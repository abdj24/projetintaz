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2A737-146F-767A-7914-C5E786A5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9BEC01-BE2B-A01C-2964-4BEAE8413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0F172A-9A09-1E20-6FB7-D5A1B503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7A9FA7-3150-9673-D5F3-A84A4793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1F1BF-0009-E054-F36F-C0207458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4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754B4-7BA6-FEBF-A146-8F22DDE1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C2228-AED6-FB66-E1D5-262781671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1DCB74-F24D-5BD3-C65E-12ECFCF8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6CD05-300A-065E-31B0-8B25C6B4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66CD10-DE2C-584B-CC6A-E9764201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017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B1C02-6F2C-87F3-94E3-F778E2BF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2B4A0D-C3F0-F0F3-764D-48ACB20CB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3EADA-FB04-7835-DCC2-0741A6FE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821B39-94D4-455B-62B1-447A4300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92B891-BF85-A80D-98B5-FD76248E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5AA27-DBDB-39E6-12E7-AAC759D5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1DF6BD-8FCD-C6F3-6B5D-397CE73EA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38CD62-DDBE-038D-734D-E6E5F9035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0A7E82-6B54-B528-4A42-15A54316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159AE9-B21C-C96D-D392-61CD4D32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89B9F-F375-5900-1CBD-DE58B703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216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A5F34-4EC6-5AFE-B3D5-9536C95F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9E0D41-EE23-20FD-A111-DB6B272BC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6626C7-838F-DC1F-2854-3AD088249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DAC4FB9-AC14-356D-97AF-098EC5F54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D61C0A-CD61-40BD-CAD9-66108A285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054AC5-2EF0-5590-1C8A-8E21A483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941C5A8-BF70-837F-75BE-EF0B7B03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1038EC-3ABF-EBEA-6D30-2D78125E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532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B9AC1-E12D-B541-C27E-7E1C8218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653A83-A082-DD85-1789-6ADFE6F0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598C7E-88F4-D8BC-CC4A-F029BBFF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BB95E6-F234-B336-F426-F7B140FD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469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1BFC68-A731-40B1-2E8A-84EB2CF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4EA3ED-F6B0-FFF4-CF13-0BB93CA5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63EBA3-9084-C7E3-1D1B-4610DD3F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000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8CCA3-6F33-04CD-8316-9E43DB06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36BB9-83CB-6E35-F8EF-3D5C3BAF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9A1BCB-941E-31AD-1A16-74232965A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99FF8-E3DC-7502-90D9-31C40458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76D392-DA01-734F-37ED-FB6AC0C0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EB6132-DB57-AB77-D43C-9BCC1B44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197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55061-94AA-EF00-091A-3084F624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2E94947-331E-BAB0-FFEB-934169741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8E3812-3D79-507E-D059-41CAEF47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E3D906-B84B-5EAB-867C-789DD085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76FB93-C2CA-71E1-F467-3E928385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F96ACB-79B1-D0AA-99FD-85B7620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094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A1D86-F5EE-F9B6-B530-ED5B93F8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66A38B-1F85-12BB-69B3-FEA8C991F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F50338-62E9-C72F-7FB4-AF63C12A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DED22-78AA-6B22-728F-D8E39F63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85C5E1-4A4C-A830-D300-876FAEB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840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27B936-D7F4-5B6A-D50A-766774BB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0E0F57-51A6-87C3-FDBD-138128A4B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A27504-C9B7-24E8-9B73-2196D03E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8F73B-306E-5373-75D8-3F61FA5D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1FE713-BEB6-F59F-E849-70D4C53F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344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539089-0D7A-60C2-F2E6-08100E7F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71FF32-AABC-9C79-059C-E4F22D3D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BDED6-4BD7-3FD4-35DA-B5B4BB7A9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60621-5619-4057-A7A9-EECED4F393DD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481841-DC78-29CF-D0B5-8B8FF90B2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2115E3-A77D-9582-5A85-0D2A5D55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86E68-C5B2-4C75-A260-77646ECF42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54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B0EDD03B-B59A-6C08-05B7-A52B53E2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To create a &quot;vignette&quot; with the gradients tools - Pre-V2 Archive of iPad  Questions - Affinity | Forum">
            <a:extLst>
              <a:ext uri="{FF2B5EF4-FFF2-40B4-BE49-F238E27FC236}">
                <a16:creationId xmlns:a16="http://schemas.microsoft.com/office/drawing/2014/main" id="{900CEB19-42A9-61CA-BEB5-90AF33BBF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arch Bar Icon PNGs for Free Download">
            <a:extLst>
              <a:ext uri="{FF2B5EF4-FFF2-40B4-BE49-F238E27FC236}">
                <a16:creationId xmlns:a16="http://schemas.microsoft.com/office/drawing/2014/main" id="{5178C310-2D79-B4A8-9086-B43307728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269" y="476251"/>
            <a:ext cx="9105806" cy="455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F503F75-6BE3-DBE9-1AB1-4B7E54CBB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28674"/>
            <a:ext cx="7724776" cy="1571718"/>
          </a:xfrm>
        </p:spPr>
        <p:txBody>
          <a:bodyPr>
            <a:normAutofit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endorphine.</a:t>
            </a:r>
            <a:endParaRPr lang="fr-CA" sz="12400" i="1" kern="0" spc="-700" dirty="0">
              <a:latin typeface="Arial Rounded MT Bold" panose="020F07040305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8959F2-B436-DA1D-4C9F-FD5994477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3743232"/>
            <a:ext cx="4114801" cy="1571718"/>
          </a:xfrm>
        </p:spPr>
        <p:txBody>
          <a:bodyPr>
            <a:normAutofit/>
          </a:bodyPr>
          <a:lstStyle/>
          <a:p>
            <a:pPr algn="l">
              <a:lnSpc>
                <a:spcPct val="50000"/>
              </a:lnSpc>
            </a:pPr>
            <a:r>
              <a:rPr lang="fr-CA" sz="3200" i="1" spc="-300" dirty="0">
                <a:latin typeface="Arial Rounded MT Bold" panose="020F0704030504030204" pitchFamily="34" charset="0"/>
              </a:rPr>
              <a:t>Benoudina </a:t>
            </a: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Abdel Djallil</a:t>
            </a:r>
          </a:p>
          <a:p>
            <a:pPr algn="l">
              <a:lnSpc>
                <a:spcPct val="50000"/>
              </a:lnSpc>
            </a:pP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Boussetta 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Zied</a:t>
            </a:r>
          </a:p>
          <a:p>
            <a:pPr algn="l">
              <a:lnSpc>
                <a:spcPct val="50000"/>
              </a:lnSpc>
            </a:pPr>
            <a:r>
              <a:rPr lang="fr-CA" sz="3200" i="1" u="sng" spc="-300" dirty="0">
                <a:latin typeface="Arial Rounded MT Bold" panose="020F0704030504030204" pitchFamily="34" charset="0"/>
              </a:rPr>
              <a:t>420</a:t>
            </a: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SF4</a:t>
            </a:r>
            <a:r>
              <a:rPr lang="fr-CA" sz="3200" i="1" u="sng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fr-CA" sz="3200" i="1" u="sng" spc="-300" dirty="0">
                <a:latin typeface="Arial Rounded MT Bold" panose="020F0704030504030204" pitchFamily="34" charset="0"/>
              </a:rPr>
              <a:t>RE</a:t>
            </a:r>
            <a:endParaRPr lang="fr-CA" sz="3200" i="1" spc="-300" dirty="0">
              <a:latin typeface="Arial Rounded MT Bold" panose="020F0704030504030204" pitchFamily="34" charset="0"/>
            </a:endParaRPr>
          </a:p>
          <a:p>
            <a:pPr algn="l">
              <a:lnSpc>
                <a:spcPct val="50000"/>
              </a:lnSpc>
            </a:pP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6</a:t>
            </a:r>
            <a:r>
              <a:rPr lang="fr-CA" sz="3200" i="1" spc="-300" dirty="0">
                <a:latin typeface="Arial Rounded MT Bold" panose="020F0704030504030204" pitchFamily="34" charset="0"/>
              </a:rPr>
              <a:t> février </a:t>
            </a:r>
            <a:r>
              <a:rPr lang="fr-CA" sz="3200" i="1" spc="-3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2026</a:t>
            </a:r>
          </a:p>
        </p:txBody>
      </p:sp>
      <p:pic>
        <p:nvPicPr>
          <p:cNvPr id="1026" name="Picture 2" descr="Passionné de sports ! - Scan-R">
            <a:extLst>
              <a:ext uri="{FF2B5EF4-FFF2-40B4-BE49-F238E27FC236}">
                <a16:creationId xmlns:a16="http://schemas.microsoft.com/office/drawing/2014/main" id="{82953567-D2EC-3236-0986-4F375E099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97" t="63649" r="41493" b="20167"/>
          <a:stretch>
            <a:fillRect/>
          </a:stretch>
        </p:blipFill>
        <p:spPr bwMode="auto">
          <a:xfrm>
            <a:off x="-1602556" y="-1"/>
            <a:ext cx="687630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ssionné de sports ! - Scan-R">
            <a:extLst>
              <a:ext uri="{FF2B5EF4-FFF2-40B4-BE49-F238E27FC236}">
                <a16:creationId xmlns:a16="http://schemas.microsoft.com/office/drawing/2014/main" id="{8B887BB0-B66C-5DF8-0AF0-4626F70C0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50" t="63194" r="42642" b="18953"/>
          <a:stretch>
            <a:fillRect/>
          </a:stretch>
        </p:blipFill>
        <p:spPr bwMode="auto">
          <a:xfrm>
            <a:off x="-1112363" y="0"/>
            <a:ext cx="56140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Ever wonder why your mouse cursor is slanted? | by ajiitha | Prototypr">
            <a:extLst>
              <a:ext uri="{FF2B5EF4-FFF2-40B4-BE49-F238E27FC236}">
                <a16:creationId xmlns:a16="http://schemas.microsoft.com/office/drawing/2014/main" id="{82FB55CF-77B7-BD15-E45E-6892E140F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079" y="10335604"/>
            <a:ext cx="1732039" cy="24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B5AEF2-4746-95F6-0722-AE01F22AE431}"/>
              </a:ext>
            </a:extLst>
          </p:cNvPr>
          <p:cNvSpPr txBox="1"/>
          <p:nvPr/>
        </p:nvSpPr>
        <p:spPr>
          <a:xfrm>
            <a:off x="2833535" y="10330819"/>
            <a:ext cx="1795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Sport.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2D55EB-F68B-9794-B85C-8AF5E113DF79}"/>
              </a:ext>
            </a:extLst>
          </p:cNvPr>
          <p:cNvSpPr txBox="1"/>
          <p:nvPr/>
        </p:nvSpPr>
        <p:spPr>
          <a:xfrm>
            <a:off x="1082650" y="10908263"/>
            <a:ext cx="354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Informatique.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17BBAB-B575-A131-E39A-7DB41C466B50}"/>
              </a:ext>
            </a:extLst>
          </p:cNvPr>
          <p:cNvSpPr txBox="1"/>
          <p:nvPr/>
        </p:nvSpPr>
        <p:spPr>
          <a:xfrm>
            <a:off x="382562" y="11409507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Développement web.</a:t>
            </a:r>
            <a:endParaRPr lang="fr-CA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BDE1AE4-B288-B907-767F-072E6969CB1B}"/>
              </a:ext>
            </a:extLst>
          </p:cNvPr>
          <p:cNvSpPr txBox="1"/>
          <p:nvPr/>
        </p:nvSpPr>
        <p:spPr>
          <a:xfrm>
            <a:off x="382562" y="12539693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Toutes formes d’arts.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9123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C82EC3FF-DD3F-B0AC-7C96-B4C0755C4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AF87ADD-8F05-0088-AB9E-6AA08BA0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L’équipe :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CC3F3-4B7C-C182-461C-3A5E8963F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1424" cy="551815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Abdel &amp; Zied :</a:t>
            </a:r>
          </a:p>
        </p:txBody>
      </p:sp>
      <p:pic>
        <p:nvPicPr>
          <p:cNvPr id="1026" name="Picture 2" descr="Technology Icon Graphic by rangervector · Creative Fabrica">
            <a:extLst>
              <a:ext uri="{FF2B5EF4-FFF2-40B4-BE49-F238E27FC236}">
                <a16:creationId xmlns:a16="http://schemas.microsoft.com/office/drawing/2014/main" id="{6811220F-6ABA-8EBC-E938-E11F04BC6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5" t="17724" r="32137" b="21211"/>
          <a:stretch>
            <a:fillRect/>
          </a:stretch>
        </p:blipFill>
        <p:spPr bwMode="auto">
          <a:xfrm rot="10800000">
            <a:off x="8562975" y="-403225"/>
            <a:ext cx="3629025" cy="418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ort basketball football balls - Free Icon PNG, SVG">
            <a:extLst>
              <a:ext uri="{FF2B5EF4-FFF2-40B4-BE49-F238E27FC236}">
                <a16:creationId xmlns:a16="http://schemas.microsoft.com/office/drawing/2014/main" id="{EC5398AB-F7B0-C9E3-1798-60F70D32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89916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176F910-39BF-30F7-9A45-184370896449}"/>
              </a:ext>
            </a:extLst>
          </p:cNvPr>
          <p:cNvSpPr txBox="1"/>
          <p:nvPr/>
        </p:nvSpPr>
        <p:spPr>
          <a:xfrm>
            <a:off x="2833535" y="2924179"/>
            <a:ext cx="1795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Sport.</a:t>
            </a:r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4A4888F-C017-6275-650D-18EE591862B9}"/>
              </a:ext>
            </a:extLst>
          </p:cNvPr>
          <p:cNvSpPr txBox="1"/>
          <p:nvPr/>
        </p:nvSpPr>
        <p:spPr>
          <a:xfrm>
            <a:off x="1082650" y="3501623"/>
            <a:ext cx="354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000" i="1" dirty="0">
                <a:latin typeface="Arial Rounded MT Bold" panose="020F0704030504030204" pitchFamily="34" charset="0"/>
              </a:rPr>
              <a:t>Informatique.</a:t>
            </a:r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6F66FE-17FC-1BF9-8C04-A961B8E997D6}"/>
              </a:ext>
            </a:extLst>
          </p:cNvPr>
          <p:cNvSpPr txBox="1"/>
          <p:nvPr/>
        </p:nvSpPr>
        <p:spPr>
          <a:xfrm>
            <a:off x="382562" y="4002867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Développement web.</a:t>
            </a:r>
            <a:endParaRPr lang="fr-CA" dirty="0"/>
          </a:p>
        </p:txBody>
      </p:sp>
      <p:pic>
        <p:nvPicPr>
          <p:cNvPr id="1030" name="Picture 6" descr="Ever wonder why your mouse cursor is slanted? | by ajiitha | Prototypr">
            <a:extLst>
              <a:ext uri="{FF2B5EF4-FFF2-40B4-BE49-F238E27FC236}">
                <a16:creationId xmlns:a16="http://schemas.microsoft.com/office/drawing/2014/main" id="{CDDF7D96-951F-8908-840B-0FEC25F94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079" y="3991954"/>
            <a:ext cx="1732039" cy="24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ssionné de sports ! - Scan-R">
            <a:extLst>
              <a:ext uri="{FF2B5EF4-FFF2-40B4-BE49-F238E27FC236}">
                <a16:creationId xmlns:a16="http://schemas.microsoft.com/office/drawing/2014/main" id="{7CD6A5DE-C495-8EF2-14CD-508C49FCF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 radius="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97" t="63649" r="41493" b="20167"/>
          <a:stretch>
            <a:fillRect/>
          </a:stretch>
        </p:blipFill>
        <p:spPr bwMode="auto">
          <a:xfrm>
            <a:off x="11914512" y="0"/>
            <a:ext cx="687630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assionné de sports ! - Scan-R">
            <a:extLst>
              <a:ext uri="{FF2B5EF4-FFF2-40B4-BE49-F238E27FC236}">
                <a16:creationId xmlns:a16="http://schemas.microsoft.com/office/drawing/2014/main" id="{B942DD74-569B-D987-3E28-A5EB191F5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50" t="63194" r="42642" b="18953"/>
          <a:stretch>
            <a:fillRect/>
          </a:stretch>
        </p:blipFill>
        <p:spPr bwMode="auto">
          <a:xfrm>
            <a:off x="12404705" y="1"/>
            <a:ext cx="56140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Video game Generic Blue icon | Freepik">
            <a:extLst>
              <a:ext uri="{FF2B5EF4-FFF2-40B4-BE49-F238E27FC236}">
                <a16:creationId xmlns:a16="http://schemas.microsoft.com/office/drawing/2014/main" id="{6FB1C5AD-2559-64EF-279F-90A91BEE8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8726">
            <a:off x="4562380" y="1730583"/>
            <a:ext cx="2302899" cy="230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rt - Free art icons">
            <a:extLst>
              <a:ext uri="{FF2B5EF4-FFF2-40B4-BE49-F238E27FC236}">
                <a16:creationId xmlns:a16="http://schemas.microsoft.com/office/drawing/2014/main" id="{2807A65B-00FF-2DA3-1B18-DF6C9315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00935">
            <a:off x="5788503" y="3216257"/>
            <a:ext cx="2566069" cy="256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E33B45D-DC13-002A-14F1-E3B8A1033819}"/>
              </a:ext>
            </a:extLst>
          </p:cNvPr>
          <p:cNvSpPr txBox="1"/>
          <p:nvPr/>
        </p:nvSpPr>
        <p:spPr>
          <a:xfrm>
            <a:off x="382562" y="5133053"/>
            <a:ext cx="408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4000" i="1" dirty="0">
                <a:latin typeface="Arial Rounded MT Bold" panose="020F0704030504030204" pitchFamily="34" charset="0"/>
              </a:rPr>
              <a:t>Toutes formes d’arts.</a:t>
            </a:r>
            <a:endParaRPr lang="fr-CA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4C0746-6D15-3F7D-EF3E-BD43929F969F}"/>
              </a:ext>
            </a:extLst>
          </p:cNvPr>
          <p:cNvSpPr txBox="1"/>
          <p:nvPr/>
        </p:nvSpPr>
        <p:spPr>
          <a:xfrm>
            <a:off x="-5430624" y="273762"/>
            <a:ext cx="33425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0" b="1" i="1" dirty="0">
                <a:latin typeface="Arial Rounded MT Bold" panose="020F0704030504030204" pitchFamily="34" charset="0"/>
              </a:rPr>
              <a:t>(suite)</a:t>
            </a:r>
          </a:p>
        </p:txBody>
      </p:sp>
      <p:pic>
        <p:nvPicPr>
          <p:cNvPr id="14" name="Picture 4" descr="Coding - Free electronics icons">
            <a:extLst>
              <a:ext uri="{FF2B5EF4-FFF2-40B4-BE49-F238E27FC236}">
                <a16:creationId xmlns:a16="http://schemas.microsoft.com/office/drawing/2014/main" id="{46905485-76E3-40A1-AA33-1C0857C36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1913">
            <a:off x="14625388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8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2B3F-A5C4-2CE6-2B54-6792AEF9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76B0A851-90D4-775B-085F-4BEBB76A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CE915D-D098-A6E1-7C8D-AF224587A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0304" cy="4351338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Zied: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Idées;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(est très inspiré);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Code.</a:t>
            </a:r>
          </a:p>
          <a:p>
            <a:r>
              <a:rPr lang="fr-CA" i="1" dirty="0">
                <a:latin typeface="Arial Rounded MT Bold" panose="020F0704030504030204" pitchFamily="34" charset="0"/>
              </a:rPr>
              <a:t>Abdel: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Design de l’application;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	- (pas du tout inspiré);</a:t>
            </a:r>
          </a:p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 	- Code également.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6B343FB-89B3-2C21-459D-DA1DE7AC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744" y="392557"/>
            <a:ext cx="4639056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L’équipe :</a:t>
            </a:r>
            <a:endParaRPr lang="fr-CA" dirty="0"/>
          </a:p>
        </p:txBody>
      </p:sp>
      <p:pic>
        <p:nvPicPr>
          <p:cNvPr id="2050" name="Picture 2" descr="Bulb idea light - Free Icon PNG, SVG">
            <a:extLst>
              <a:ext uri="{FF2B5EF4-FFF2-40B4-BE49-F238E27FC236}">
                <a16:creationId xmlns:a16="http://schemas.microsoft.com/office/drawing/2014/main" id="{E9FEEDC2-D84A-580A-ECA5-EB49BD4A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56522">
            <a:off x="5112269" y="908654"/>
            <a:ext cx="5497532" cy="549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ding - Free electronics icons">
            <a:extLst>
              <a:ext uri="{FF2B5EF4-FFF2-40B4-BE49-F238E27FC236}">
                <a16:creationId xmlns:a16="http://schemas.microsoft.com/office/drawing/2014/main" id="{0D936EAB-11EE-0170-B165-53D16EC93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663">
            <a:off x="8441407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7A87E50-F30E-74F9-BB33-A3CEE326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90010">
            <a:off x="8551680" y="4376830"/>
            <a:ext cx="1730724" cy="173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E5B5C52-58FE-F393-6A15-C4DA5DA77390}"/>
              </a:ext>
            </a:extLst>
          </p:cNvPr>
          <p:cNvSpPr txBox="1"/>
          <p:nvPr/>
        </p:nvSpPr>
        <p:spPr>
          <a:xfrm>
            <a:off x="838200" y="273762"/>
            <a:ext cx="33425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0" b="1" i="1" dirty="0">
                <a:latin typeface="Arial Rounded MT Bold" panose="020F0704030504030204" pitchFamily="34" charset="0"/>
              </a:rPr>
              <a:t>(suite)</a:t>
            </a:r>
          </a:p>
        </p:txBody>
      </p:sp>
    </p:spTree>
    <p:extLst>
      <p:ext uri="{BB962C8B-B14F-4D97-AF65-F5344CB8AC3E}">
        <p14:creationId xmlns:p14="http://schemas.microsoft.com/office/powerpoint/2010/main" val="365669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3B7A-DF86-85FC-203F-DB2918AA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300DD3A5-6DAD-6F4A-0A47-E956E142F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4F703-E1F7-B8F3-D84D-3FD2F4BD6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0976"/>
            <a:ext cx="6806938" cy="2831216"/>
          </a:xfrm>
        </p:spPr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Pas de motivation? Trop fade? Manque de </a:t>
            </a:r>
            <a:r>
              <a:rPr lang="fr-CA" i="1" dirty="0" err="1">
                <a:latin typeface="Arial Rounded MT Bold" panose="020F0704030504030204" pitchFamily="34" charset="0"/>
              </a:rPr>
              <a:t>fonctionalités</a:t>
            </a:r>
            <a:r>
              <a:rPr lang="fr-CA" i="1" dirty="0">
                <a:latin typeface="Arial Rounded MT Bold" panose="020F0704030504030204" pitchFamily="34" charset="0"/>
              </a:rPr>
              <a:t>? Design déprimant?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Objectif: une application qui rend toutes ces excuses impossibles.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84E0BC0-94CA-7580-02A6-B68FA481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81292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L’idée :</a:t>
            </a:r>
            <a:endParaRPr lang="fr-CA" dirty="0"/>
          </a:p>
        </p:txBody>
      </p:sp>
      <p:pic>
        <p:nvPicPr>
          <p:cNvPr id="6" name="Picture 4" descr="Coding - Free electronics icons">
            <a:extLst>
              <a:ext uri="{FF2B5EF4-FFF2-40B4-BE49-F238E27FC236}">
                <a16:creationId xmlns:a16="http://schemas.microsoft.com/office/drawing/2014/main" id="{4B734100-9EE3-9095-FC07-B20FFE0A3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663">
            <a:off x="14716075" y="2173485"/>
            <a:ext cx="2819876" cy="28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lb idea light - Free Icon PNG, SVG">
            <a:extLst>
              <a:ext uri="{FF2B5EF4-FFF2-40B4-BE49-F238E27FC236}">
                <a16:creationId xmlns:a16="http://schemas.microsoft.com/office/drawing/2014/main" id="{21B35A00-ED1E-989A-9DC0-671AD304F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35150">
            <a:off x="5995292" y="35347"/>
            <a:ext cx="7096151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35B17A-E191-44AB-434F-2DB31B572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08317">
            <a:off x="9919498" y="4449338"/>
            <a:ext cx="1184815" cy="11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87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Suivre ses entraînements de manière simple et efficace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Visualiser ses progrès (force, endurance, régularité)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Centraliser séances, statistiques et historique au même endroit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Mieux comprendre ses performances grâce aux calculs physiques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L’utilité :           </a:t>
            </a:r>
            <a:endParaRPr lang="fr-CA" dirty="0"/>
          </a:p>
        </p:txBody>
      </p:sp>
      <p:pic>
        <p:nvPicPr>
          <p:cNvPr id="7" name="Picture 2" descr="Bulb idea light - Free Icon PNG, SVG">
            <a:extLst>
              <a:ext uri="{FF2B5EF4-FFF2-40B4-BE49-F238E27FC236}">
                <a16:creationId xmlns:a16="http://schemas.microsoft.com/office/drawing/2014/main" id="{64B8A37D-0DA9-FB66-2C50-6F7CF7148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2278">
            <a:off x="11834821" y="35347"/>
            <a:ext cx="7096151" cy="70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74FA32E-0AFA-ABC9-25F9-E4A8DEB8C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445">
            <a:off x="15759027" y="4449338"/>
            <a:ext cx="1184815" cy="11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770+ Super Dog Photos, taleaux et images libre de droits - iStock |  Superdog, Super animaux">
            <a:extLst>
              <a:ext uri="{FF2B5EF4-FFF2-40B4-BE49-F238E27FC236}">
                <a16:creationId xmlns:a16="http://schemas.microsoft.com/office/drawing/2014/main" id="{4A186923-5C33-CC70-05F1-A8CD1B74B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133" y="19118"/>
            <a:ext cx="2709760" cy="18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26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 dirty="0">
                <a:latin typeface="Arial Rounded MT Bold" panose="020F0704030504030204" pitchFamily="34" charset="0"/>
              </a:rPr>
              <a:t>Système de rang (Diamant, Champion) </a:t>
            </a:r>
            <a:r>
              <a:rPr lang="fr-CA" i="1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 efforts</a:t>
            </a:r>
            <a:endParaRPr lang="fr-CA" i="1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Design clean, motivant, simple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Google </a:t>
            </a:r>
            <a:r>
              <a:rPr lang="fr-CA" i="1" dirty="0" err="1">
                <a:latin typeface="Arial Rounded MT Bold" panose="020F0704030504030204" pitchFamily="34" charset="0"/>
              </a:rPr>
              <a:t>Maps</a:t>
            </a:r>
            <a:r>
              <a:rPr lang="fr-CA" i="1" dirty="0">
                <a:latin typeface="Arial Rounded MT Bold" panose="020F0704030504030204" pitchFamily="34" charset="0"/>
              </a:rPr>
              <a:t> pour le cardio extérieur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Assistant </a:t>
            </a:r>
            <a:r>
              <a:rPr lang="fr-CA" i="1" dirty="0" err="1">
                <a:latin typeface="Arial Rounded MT Bold" panose="020F0704030504030204" pitchFamily="34" charset="0"/>
              </a:rPr>
              <a:t>i.a</a:t>
            </a:r>
            <a:r>
              <a:rPr lang="fr-CA" i="1" dirty="0">
                <a:latin typeface="Arial Rounded MT Bold" panose="020F0704030504030204" pitchFamily="34" charset="0"/>
              </a:rPr>
              <a:t>. pour toute question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endParaRPr lang="fr-CA" i="1" dirty="0">
              <a:latin typeface="Arial Rounded MT Bold" panose="020F0704030504030204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sz="9600" i="1" kern="0" spc="-700" dirty="0">
                <a:latin typeface="Arial Rounded MT Bold" panose="020F0704030504030204" pitchFamily="34" charset="0"/>
              </a:rPr>
              <a:t>L’innovation :</a:t>
            </a:r>
            <a:endParaRPr lang="fr-CA" dirty="0"/>
          </a:p>
        </p:txBody>
      </p:sp>
      <p:pic>
        <p:nvPicPr>
          <p:cNvPr id="2054" name="Picture 6" descr="Épinglé par John Dominic sur Quick saves | Einstein, Nikola tesla, Images  drôles">
            <a:extLst>
              <a:ext uri="{FF2B5EF4-FFF2-40B4-BE49-F238E27FC236}">
                <a16:creationId xmlns:a16="http://schemas.microsoft.com/office/drawing/2014/main" id="{30A47D6F-EEA0-C18F-2A2D-94B131A22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123" y="3248871"/>
            <a:ext cx="3268611" cy="326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60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32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DAD70-CF3A-B3A3-A064-27601DC1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607"/>
            <a:ext cx="10515600" cy="4117106"/>
          </a:xfrm>
        </p:spPr>
        <p:txBody>
          <a:bodyPr>
            <a:normAutofit/>
          </a:bodyPr>
          <a:lstStyle/>
          <a:p>
            <a:r>
              <a:rPr lang="fr-CA" sz="2400" i="1" dirty="0">
                <a:latin typeface="Arial Rounded MT Bold" panose="020F0704030504030204" pitchFamily="34" charset="0"/>
              </a:rPr>
              <a:t>Manque de motivation pour s’entraîner seul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Suivre ses progrès de manière visuelle (Graphiques)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Structurer ses séances sans coach (ce sont des rats, trop </a:t>
            </a:r>
            <a:r>
              <a:rPr lang="fr-CA" sz="2400" i="1" dirty="0" err="1">
                <a:latin typeface="Arial Rounded MT Bold" panose="020F0704030504030204" pitchFamily="34" charset="0"/>
              </a:rPr>
              <a:t>chè</a:t>
            </a:r>
            <a:r>
              <a:rPr lang="en-CA" sz="2400" i="1" dirty="0">
                <a:latin typeface="Arial Rounded MT Bold" panose="020F0704030504030204" pitchFamily="34" charset="0"/>
              </a:rPr>
              <a:t>re</a:t>
            </a:r>
            <a:r>
              <a:rPr lang="fr-CA" sz="2400" i="1" dirty="0">
                <a:latin typeface="Arial Rounded MT Bold" panose="020F0704030504030204" pitchFamily="34" charset="0"/>
              </a:rPr>
              <a:t>)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Analyser ses performances (historique)</a:t>
            </a:r>
          </a:p>
          <a:p>
            <a:endParaRPr lang="fr-CA" sz="2400" i="1" dirty="0">
              <a:latin typeface="Arial Rounded MT Bold" panose="020F0704030504030204" pitchFamily="34" charset="0"/>
            </a:endParaRPr>
          </a:p>
          <a:p>
            <a:r>
              <a:rPr lang="fr-CA" sz="2400" i="1" dirty="0">
                <a:latin typeface="Arial Rounded MT Bold" panose="020F0704030504030204" pitchFamily="34" charset="0"/>
              </a:rPr>
              <a:t>Entraînements avec suivi de distance et de vitesse (google </a:t>
            </a:r>
            <a:r>
              <a:rPr lang="fr-CA" sz="2400" i="1" dirty="0" err="1">
                <a:latin typeface="Arial Rounded MT Bold" panose="020F0704030504030204" pitchFamily="34" charset="0"/>
              </a:rPr>
              <a:t>map</a:t>
            </a:r>
            <a:r>
              <a:rPr lang="fr-CA" sz="2400" i="1" dirty="0"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8D0FAC4-8E62-C0F4-4EBC-77F1A801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29"/>
            <a:ext cx="10515600" cy="1634461"/>
          </a:xfrm>
        </p:spPr>
        <p:txBody>
          <a:bodyPr>
            <a:normAutofit/>
          </a:bodyPr>
          <a:lstStyle/>
          <a:p>
            <a:r>
              <a:rPr lang="fr-CA" sz="8600" i="1" kern="0" spc="-700" dirty="0">
                <a:latin typeface="Arial Rounded MT Bold" panose="020F0704030504030204" pitchFamily="34" charset="0"/>
              </a:rPr>
              <a:t>Cas d’utilisation :</a:t>
            </a:r>
            <a:endParaRPr lang="fr-CA" sz="8600" dirty="0"/>
          </a:p>
        </p:txBody>
      </p:sp>
      <p:pic>
        <p:nvPicPr>
          <p:cNvPr id="2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3C1256F6-6622-37EC-B0CD-F89F85B6B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2575">
            <a:off x="2991231" y="7263384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4A98F36-986B-B37C-AC78-2A5D5DCB85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771" y="1464722"/>
            <a:ext cx="2999146" cy="121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4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C626-28F8-3DE8-7F7D-211AE85B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5D04715C-1DFE-C61D-9D49-F41ECABE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434986-E7B6-62DE-3E50-E3152CDF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065"/>
            <a:ext cx="10515600" cy="3718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i="1" dirty="0">
                <a:latin typeface="Arial Rounded MT Bold" panose="020F0704030504030204" pitchFamily="34" charset="0"/>
              </a:rPr>
              <a:t>Accessible pour tous, mais plus principalement: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Étudiants et jeunes adultes</a:t>
            </a:r>
          </a:p>
          <a:p>
            <a:pPr marL="0" indent="0">
              <a:buNone/>
            </a:pPr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 Débutants ou sportifs occasionnels</a:t>
            </a:r>
          </a:p>
          <a:p>
            <a:endParaRPr lang="fr-CA" i="1" dirty="0">
              <a:latin typeface="Arial Rounded MT Bold" panose="020F0704030504030204" pitchFamily="34" charset="0"/>
            </a:endParaRPr>
          </a:p>
          <a:p>
            <a:r>
              <a:rPr lang="fr-CA" i="1" dirty="0">
                <a:latin typeface="Arial Rounded MT Bold" panose="020F0704030504030204" pitchFamily="34" charset="0"/>
              </a:rPr>
              <a:t> Personnes cherchant motivation et structure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C3B0020-AD56-9EA5-E740-F3C0FC4F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29"/>
            <a:ext cx="10515600" cy="2082381"/>
          </a:xfrm>
        </p:spPr>
        <p:txBody>
          <a:bodyPr>
            <a:normAutofit/>
          </a:bodyPr>
          <a:lstStyle/>
          <a:p>
            <a:r>
              <a:rPr lang="fr-CA" sz="8600" i="1" kern="0" spc="-700" dirty="0">
                <a:latin typeface="Arial Rounded MT Bold" panose="020F0704030504030204" pitchFamily="34" charset="0"/>
              </a:rPr>
              <a:t>Public cible:</a:t>
            </a:r>
            <a:endParaRPr lang="fr-CA" sz="8600" dirty="0"/>
          </a:p>
        </p:txBody>
      </p:sp>
      <p:pic>
        <p:nvPicPr>
          <p:cNvPr id="2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47D0923E-E2DA-9612-2CB8-A3A5B04A0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2575">
            <a:off x="2991231" y="7263384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323F4E5-44D4-20A5-FAA2-50CACF61E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96" y="2851354"/>
            <a:ext cx="2792968" cy="27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0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AF65-5BB5-E8E2-3C65-433AD9B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radient Background Photos, Download The BEST Free Gradient Background  Stock Photos &amp; HD Images">
            <a:extLst>
              <a:ext uri="{FF2B5EF4-FFF2-40B4-BE49-F238E27FC236}">
                <a16:creationId xmlns:a16="http://schemas.microsoft.com/office/drawing/2014/main" id="{FF01CD2A-A0E2-7CAE-751E-652FB589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he Word Merci In Yellow And Blue PNG &amp; SVG Design For T-Shirts">
            <a:extLst>
              <a:ext uri="{FF2B5EF4-FFF2-40B4-BE49-F238E27FC236}">
                <a16:creationId xmlns:a16="http://schemas.microsoft.com/office/drawing/2014/main" id="{71B75174-434F-1BF8-E525-061EA6AA0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231" y="67056"/>
            <a:ext cx="6209538" cy="62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00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259</Words>
  <Application>Microsoft Office PowerPoint</Application>
  <PresentationFormat>Grand écran</PresentationFormat>
  <Paragraphs>64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Rounded MT Bold</vt:lpstr>
      <vt:lpstr>Thème Office</vt:lpstr>
      <vt:lpstr>endorphine.</vt:lpstr>
      <vt:lpstr>L’équipe :</vt:lpstr>
      <vt:lpstr>L’équipe :</vt:lpstr>
      <vt:lpstr>L’idée :</vt:lpstr>
      <vt:lpstr>L’utilité :           </vt:lpstr>
      <vt:lpstr>L’innovation :</vt:lpstr>
      <vt:lpstr>Cas d’utilisation :</vt:lpstr>
      <vt:lpstr>Public cible: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endorphine.</dc:title>
  <dc:creator>Benoudina, Abdel Djallil</dc:creator>
  <cp:lastModifiedBy>Zied Boussetta</cp:lastModifiedBy>
  <cp:revision>10</cp:revision>
  <dcterms:created xsi:type="dcterms:W3CDTF">2026-01-30T19:50:20Z</dcterms:created>
  <dcterms:modified xsi:type="dcterms:W3CDTF">2026-02-06T00:46:15Z</dcterms:modified>
</cp:coreProperties>
</file>