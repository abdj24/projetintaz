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CD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D2A737-146F-767A-7914-C5E786A582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CA"/>
              <a:t>Modifier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69BEC01-BE2B-A01C-2964-4BEAE84135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CA"/>
              <a:t>Modifier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C0F172A-9A09-1E20-6FB7-D5A1B5033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C7A9FA7-3150-9673-D5F3-A84A4793C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701F1BF-0009-E054-F36F-C0207458D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847418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D754B4-7BA6-FEBF-A146-8F22DDE1E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10C2228-AED6-FB66-E1D5-262781671D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F1DCB74-F24D-5BD3-C65E-12ECFCF83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6F6CD05-300A-065E-31B0-8B25C6B486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C66CD10-DE2C-584B-CC6A-E9764201D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0171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8B1C02-6F2C-87F3-94E3-F778E2BF9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52B4A0D-C3F0-F0F3-764D-48ACB20CB4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593EADA-FB04-7835-DCC2-0741A6FEE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D821B39-94D4-455B-62B1-447A43006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392B891-BF85-A80D-98B5-FD76248EC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527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B45AA27-DBDB-39E6-12E7-AAC759D57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1DF6BD-8FCD-C6F3-6B5D-397CE73EAA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E38CD62-DDBE-038D-734D-E6E5F9035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20A7E82-6B54-B528-4A42-15A543169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5159AE9-B21C-C96D-D392-61CD4D32F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DD89B9F-F375-5900-1CBD-DE58B7031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32162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DA5F34-4EC6-5AFE-B3D5-9536C95F8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09E0D41-EE23-20FD-A111-DB6B272BCB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76626C7-838F-DC1F-2854-3AD0882498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DAC4FB9-AC14-356D-97AF-098EC5F54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7D61C0A-CD61-40BD-CAD9-66108A2858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E054AC5-2EF0-5590-1C8A-8E21A4834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6941C5A8-BF70-837F-75BE-EF0B7B035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41038EC-3ABF-EBEA-6D30-2D78125E2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853245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FB9AC1-E12D-B541-C27E-7E1C8218A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5653A83-A082-DD85-1789-6ADFE6F07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E598C7E-88F4-D8BC-CC4A-F029BBFFE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9BB95E6-F234-B336-F426-F7B140FDC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246984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2A1BFC68-A731-40B1-2E8A-84EB2CFD6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64EA3ED-F6B0-FFF4-CF13-0BB93CA5C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163EBA3-9084-C7E3-1D1B-4610DD3F8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00034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58CCA3-6F33-04CD-8316-9E43DB06D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CA"/>
              <a:t>Modifier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0236BB9-83CB-6E35-F8EF-3D5C3BAF48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19A1BCB-941E-31AD-1A16-74232965AF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4499FF8-E3DC-7502-90D9-31C404589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676D392-DA01-734F-37ED-FB6AC0C02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EB6132-DB57-AB77-D43C-9BCC1B44C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71970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155061-94AA-EF00-091A-3084F624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CA"/>
              <a:t>Modifier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2E94947-331E-BAB0-FFEB-9341697418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38E3812-3D79-507E-D059-41CAEF47B3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7E3D906-B84B-5EAB-867C-789DD0856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C76FB93-C2CA-71E1-F467-3E9283859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AF96ACB-79B1-D0AA-99FD-85B7620E3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70941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9A1D86-F5EE-F9B6-B530-ED5B93F88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E66A38B-1F85-12BB-69B3-FEA8C991FE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1F50338-62E9-C72F-7FB4-AF63C12AA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0DED22-78AA-6B22-728F-D8E39F637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685C5E1-4A4C-A830-D300-876FAEBA8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484046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227B936-D7F4-5B6A-D50A-766774BBB5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E0E0F57-51A6-87C3-FDBD-138128A4B5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AA27504-C9B7-24E8-9B73-2196D03E7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C8F73B-306E-5373-75D8-3F61FA5D5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11FE713-BEB6-F59F-E849-70D4C53F8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73448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6A539089-0D7A-60C2-F2E6-08100E7F0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971FF32-AABC-9C79-059C-E4F22D3DA7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3ABDED6-4BD7-3FD4-35DA-B5B4BB7A9E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D481841-DC78-29CF-D0B5-8B8FF90B23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B2115E3-A77D-9582-5A85-0D2A5D55EF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45493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Gradient Background Photos, Download The BEST Free Gradient Background  Stock Photos &amp; HD Images">
            <a:extLst>
              <a:ext uri="{FF2B5EF4-FFF2-40B4-BE49-F238E27FC236}">
                <a16:creationId xmlns:a16="http://schemas.microsoft.com/office/drawing/2014/main" id="{B0EDD03B-B59A-6C08-05B7-A52B53E246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o create a &quot;vignette&quot; with the gradients tools - Pre-V2 Archive of iPad  Questions - Affinity | Forum">
            <a:extLst>
              <a:ext uri="{FF2B5EF4-FFF2-40B4-BE49-F238E27FC236}">
                <a16:creationId xmlns:a16="http://schemas.microsoft.com/office/drawing/2014/main" id="{0C195102-39B5-E658-EE1F-64B93041F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1F503F75-6BE3-DBE9-1AB1-4B7E54CBBF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71869" y="971551"/>
            <a:ext cx="8408624" cy="3009900"/>
          </a:xfrm>
        </p:spPr>
        <p:txBody>
          <a:bodyPr>
            <a:normAutofit/>
          </a:bodyPr>
          <a:lstStyle/>
          <a:p>
            <a:r>
              <a:rPr lang="fr-CA" sz="19900" i="1" kern="0" spc="-700" dirty="0">
                <a:latin typeface="Arial Rounded MT Bold" panose="020F0704030504030204" pitchFamily="34" charset="0"/>
              </a:rPr>
              <a:t>Fit</a:t>
            </a:r>
            <a:r>
              <a:rPr lang="fr-CA" sz="19900" i="1" kern="0" spc="-7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Bin</a:t>
            </a:r>
            <a:r>
              <a:rPr lang="fr-CA" sz="19900" i="1" kern="0" spc="-700" dirty="0">
                <a:latin typeface="Arial Rounded MT Bold" panose="020F0704030504030204" pitchFamily="34" charset="0"/>
              </a:rPr>
              <a:t>.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C8959F2-B436-DA1D-4C9F-FD5994477A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48050" y="3625190"/>
            <a:ext cx="8743950" cy="3232810"/>
          </a:xfrm>
        </p:spPr>
        <p:txBody>
          <a:bodyPr>
            <a:normAutofit/>
          </a:bodyPr>
          <a:lstStyle/>
          <a:p>
            <a:pPr algn="l">
              <a:lnSpc>
                <a:spcPct val="50000"/>
              </a:lnSpc>
            </a:pPr>
            <a:r>
              <a:rPr lang="fr-CA" sz="3200" i="1" spc="-300" dirty="0">
                <a:latin typeface="Arial Rounded MT Bold" panose="020F0704030504030204" pitchFamily="34" charset="0"/>
              </a:rPr>
              <a:t>Benoudina </a:t>
            </a:r>
            <a:r>
              <a:rPr lang="fr-CA" sz="3200" i="1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Abdel Djallil</a:t>
            </a:r>
          </a:p>
          <a:p>
            <a:pPr algn="l">
              <a:lnSpc>
                <a:spcPct val="50000"/>
              </a:lnSpc>
            </a:pPr>
            <a:r>
              <a:rPr lang="fr-CA" sz="3200" i="1" u="sng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Boussetta </a:t>
            </a:r>
            <a:r>
              <a:rPr lang="fr-CA" sz="3200" i="1" u="sng" spc="-300" dirty="0">
                <a:latin typeface="Arial Rounded MT Bold" panose="020F0704030504030204" pitchFamily="34" charset="0"/>
              </a:rPr>
              <a:t>Zied</a:t>
            </a:r>
          </a:p>
          <a:p>
            <a:pPr algn="l">
              <a:lnSpc>
                <a:spcPct val="50000"/>
              </a:lnSpc>
            </a:pPr>
            <a:r>
              <a:rPr lang="fr-CA" sz="3200" i="1" u="sng" spc="-300" dirty="0">
                <a:latin typeface="Arial Rounded MT Bold" panose="020F0704030504030204" pitchFamily="34" charset="0"/>
              </a:rPr>
              <a:t>420</a:t>
            </a:r>
            <a:r>
              <a:rPr lang="fr-CA" sz="3200" i="1" u="sng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-</a:t>
            </a:r>
            <a:r>
              <a:rPr lang="fr-CA" sz="3200" i="1" u="sng" spc="-300" dirty="0">
                <a:latin typeface="Arial Rounded MT Bold" panose="020F0704030504030204" pitchFamily="34" charset="0"/>
              </a:rPr>
              <a:t>SF4</a:t>
            </a:r>
            <a:r>
              <a:rPr lang="fr-CA" sz="3200" i="1" u="sng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-</a:t>
            </a:r>
            <a:r>
              <a:rPr lang="fr-CA" sz="3200" i="1" u="sng" spc="-300" dirty="0">
                <a:latin typeface="Arial Rounded MT Bold" panose="020F0704030504030204" pitchFamily="34" charset="0"/>
              </a:rPr>
              <a:t>RE</a:t>
            </a:r>
            <a:endParaRPr lang="fr-CA" sz="3200" i="1" spc="-300" dirty="0">
              <a:latin typeface="Arial Rounded MT Bold" panose="020F0704030504030204" pitchFamily="34" charset="0"/>
            </a:endParaRPr>
          </a:p>
          <a:p>
            <a:pPr algn="l">
              <a:lnSpc>
                <a:spcPct val="50000"/>
              </a:lnSpc>
            </a:pPr>
            <a:r>
              <a:rPr lang="fr-CA" sz="3200" i="1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6</a:t>
            </a:r>
            <a:r>
              <a:rPr lang="fr-CA" sz="3200" i="1" spc="-300" dirty="0">
                <a:latin typeface="Arial Rounded MT Bold" panose="020F0704030504030204" pitchFamily="34" charset="0"/>
              </a:rPr>
              <a:t> février </a:t>
            </a:r>
            <a:r>
              <a:rPr lang="fr-CA" sz="3200" i="1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2026</a:t>
            </a:r>
          </a:p>
        </p:txBody>
      </p:sp>
      <p:pic>
        <p:nvPicPr>
          <p:cNvPr id="1026" name="Picture 2" descr="Passionné de sports ! - Scan-R">
            <a:extLst>
              <a:ext uri="{FF2B5EF4-FFF2-40B4-BE49-F238E27FC236}">
                <a16:creationId xmlns:a16="http://schemas.microsoft.com/office/drawing/2014/main" id="{82953567-D2EC-3236-0986-4F375E0996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artisticBlur radius="1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6151" t="63649" r="41494" b="20167"/>
          <a:stretch>
            <a:fillRect/>
          </a:stretch>
        </p:blipFill>
        <p:spPr bwMode="auto">
          <a:xfrm>
            <a:off x="0" y="-1"/>
            <a:ext cx="5273749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assionné de sports ! - Scan-R">
            <a:extLst>
              <a:ext uri="{FF2B5EF4-FFF2-40B4-BE49-F238E27FC236}">
                <a16:creationId xmlns:a16="http://schemas.microsoft.com/office/drawing/2014/main" id="{8B887BB0-B66C-5DF8-0AF0-4626F70C0C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artisticBlur radius="5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5725" t="63194" r="42642" b="18953"/>
          <a:stretch>
            <a:fillRect/>
          </a:stretch>
        </p:blipFill>
        <p:spPr bwMode="auto">
          <a:xfrm>
            <a:off x="0" y="0"/>
            <a:ext cx="4501692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1230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F87ADD-8F05-0088-AB9E-6AA08BA06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6BCC3F3-4B7C-C182-461C-3A5E8963FD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378994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11</Words>
  <Application>Microsoft Office PowerPoint</Application>
  <PresentationFormat>Grand écran</PresentationFormat>
  <Paragraphs>5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Arial Rounded MT Bold</vt:lpstr>
      <vt:lpstr>Thème Office</vt:lpstr>
      <vt:lpstr>FitBin.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Benoudina, Abdel Djallil</dc:creator>
  <cp:lastModifiedBy>Benoudina, Abdel Djallil</cp:lastModifiedBy>
  <cp:revision>2</cp:revision>
  <dcterms:created xsi:type="dcterms:W3CDTF">2026-01-30T19:50:20Z</dcterms:created>
  <dcterms:modified xsi:type="dcterms:W3CDTF">2026-01-30T20:38:42Z</dcterms:modified>
</cp:coreProperties>
</file>